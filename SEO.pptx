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1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3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00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8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7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6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4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0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2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78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3737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92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20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07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89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3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900A1-0B12-46F4-9C7E-24C62532BC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2A983-D515-4F14-A550-BA32A9BB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9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ECA3-4FFE-2970-2181-8DB8806F5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4225A-9AB8-E337-1020-CBDBB7C4E0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B3C295-D81B-7F9F-9608-A86EE8C8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8" t="11167" b="6054"/>
          <a:stretch/>
        </p:blipFill>
        <p:spPr>
          <a:xfrm>
            <a:off x="531830" y="207231"/>
            <a:ext cx="10163178" cy="640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7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E1A6-E9B6-CFDB-9393-B53F0B72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494A-491F-A74E-1A4B-FA5B996C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89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1</cp:revision>
  <dcterms:created xsi:type="dcterms:W3CDTF">2026-03-30T13:07:50Z</dcterms:created>
  <dcterms:modified xsi:type="dcterms:W3CDTF">2026-03-30T13:27:23Z</dcterms:modified>
</cp:coreProperties>
</file>