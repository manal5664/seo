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8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6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7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9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0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4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8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8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7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92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76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70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5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8A78F78-B224-4631-9D2D-EEC78D8A81C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6BF240A-8056-45F6-803B-84DBA7DD6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9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Search engine optimization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Manal Asghar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6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84" y="829976"/>
            <a:ext cx="11189447" cy="55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83324" y="934479"/>
            <a:ext cx="11234059" cy="5361253"/>
            <a:chOff x="483324" y="936392"/>
            <a:chExt cx="11234059" cy="536125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3357" r="4465"/>
            <a:stretch/>
          </p:blipFill>
          <p:spPr>
            <a:xfrm>
              <a:off x="483324" y="936392"/>
              <a:ext cx="5960980" cy="536125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r="2254"/>
            <a:stretch/>
          </p:blipFill>
          <p:spPr>
            <a:xfrm>
              <a:off x="6372222" y="936392"/>
              <a:ext cx="5345161" cy="5361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22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72" t="6317" r="3219" b="34985"/>
          <a:stretch/>
        </p:blipFill>
        <p:spPr>
          <a:xfrm>
            <a:off x="496980" y="130628"/>
            <a:ext cx="11207340" cy="66566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772" t="6317" r="3219" b="34985"/>
          <a:stretch/>
        </p:blipFill>
        <p:spPr>
          <a:xfrm>
            <a:off x="466498" y="283028"/>
            <a:ext cx="11207340" cy="665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0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63" t="19686" r="3444"/>
          <a:stretch/>
        </p:blipFill>
        <p:spPr>
          <a:xfrm>
            <a:off x="0" y="3990"/>
            <a:ext cx="12201982" cy="56914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5890" b="4249"/>
          <a:stretch/>
        </p:blipFill>
        <p:spPr>
          <a:xfrm>
            <a:off x="0" y="2129246"/>
            <a:ext cx="12201982" cy="46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7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7840"/>
          <a:stretch/>
        </p:blipFill>
        <p:spPr>
          <a:xfrm>
            <a:off x="0" y="0"/>
            <a:ext cx="12192000" cy="228596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10" b="5476"/>
          <a:stretch/>
        </p:blipFill>
        <p:spPr>
          <a:xfrm>
            <a:off x="5527764" y="1715711"/>
            <a:ext cx="6400801" cy="51031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80630"/>
            <a:ext cx="5527764" cy="517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8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7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Search engine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 optimization</dc:title>
  <dc:creator>smc</dc:creator>
  <cp:lastModifiedBy>smc</cp:lastModifiedBy>
  <cp:revision>7</cp:revision>
  <dcterms:created xsi:type="dcterms:W3CDTF">2026-03-30T19:06:40Z</dcterms:created>
  <dcterms:modified xsi:type="dcterms:W3CDTF">2026-03-30T20:05:27Z</dcterms:modified>
</cp:coreProperties>
</file>